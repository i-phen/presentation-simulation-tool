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 xmlns:r="http://schemas.openxmlformats.org/officeDocument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&amp; Content Box"/>
          <p:cNvSpPr/>
          <p:nvPr/>
        </p:nvSpPr>
        <p:spPr>
          <a:xfrm>
            <a:off x="914400" y="914400"/>
            <a:ext cx="10363200" cy="5029200"/>
          </a:xfrm>
          <a:prstGeom prst="rect">
            <a:avLst/>
          </a:prstGeom>
          <a:solidFill>
            <a:srgbClr val="1E293B"/>
          </a:solidFill>
        </p:spPr>
        <p:txBody>
          <a:bodyPr lIns="360000" tIns="360000" rIns="360000" bIns="360000"/>
          <a:lstStyle/>
          <a:p>
            <a:pPr algn="l"/>
            <a:r>
              <a:rPr lang="en-US" sz="2800" b="1">
                <a:solidFill>
                  <a:srgbClr val="F8FAFC"/>
                </a:solidFill>
              </a:rPr>
              <a:t>SharkPit — Active AI Presentation Defense Platform</a:t>
            </a:r>
          </a:p>
          <a:p>
            <a:pPr algn="l" lvl="0"/>
            <a:r>
              <a:rPr lang="en-US" sz="1800">
                <a:solidFill>
                  <a:srgbClr val="CBD5E1"/>
                </a:solidFill>
              </a:rPr>
              <a:t>Present under live pressure. Defend your product against real-time AI curveball questions.</a:t>
            </a:r>
          </a:p>
          <a:p>
            <a:pPr algn="l" lvl="0"/>
            <a:r>
              <a:rPr lang="en-US" sz="1800">
                <a:solidFill>
                  <a:srgbClr val="CBD5E1"/>
                </a:solidFill>
              </a:rPr>
              <a:t>• Building is fast with AI coding agents—defending under pressure is the bottleneck.</a:t>
            </a:r>
          </a:p>
          <a:p>
            <a:pPr algn="l" lvl="0"/>
            <a:r>
              <a:rPr lang="en-US" sz="1800">
                <a:solidFill>
                  <a:srgbClr val="CBD5E1"/>
                </a:solidFill>
              </a:rPr>
              <a:t>• SharkPit provides active AI panel interruptions to test authentic subject mastery.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&amp; Content Box"/>
          <p:cNvSpPr/>
          <p:nvPr/>
        </p:nvSpPr>
        <p:spPr>
          <a:xfrm>
            <a:off x="914400" y="914400"/>
            <a:ext cx="10363200" cy="5029200"/>
          </a:xfrm>
          <a:prstGeom prst="rect">
            <a:avLst/>
          </a:prstGeom>
          <a:solidFill>
            <a:srgbClr val="1E293B"/>
          </a:solidFill>
        </p:spPr>
        <p:txBody>
          <a:bodyPr lIns="360000" tIns="360000" rIns="360000" bIns="360000"/>
          <a:lstStyle/>
          <a:p>
            <a:pPr algn="l"/>
            <a:r>
              <a:rPr lang="en-US" sz="2800" b="1">
                <a:solidFill>
                  <a:srgbClr val="F8FAFC"/>
                </a:solidFill>
              </a:rPr>
              <a:t>How SharkPit Works</a:t>
            </a:r>
          </a:p>
          <a:p>
            <a:pPr algn="l" lvl="0"/>
            <a:r>
              <a:rPr lang="en-US" sz="1800">
                <a:solidFill>
                  <a:srgbClr val="CBD5E1"/>
                </a:solidFill>
              </a:rPr>
              <a:t>1. Coaching Room: Interactive teleprompter, depth controls, and Coach Rescue scripts.</a:t>
            </a:r>
          </a:p>
          <a:p>
            <a:pPr algn="l" lvl="0"/>
            <a:r>
              <a:rPr lang="en-US" sz="1800">
                <a:solidFill>
                  <a:srgbClr val="CBD5E1"/>
                </a:solidFill>
              </a:rPr>
              <a:t>2. Defense Room: AI personas (VC Investor, Recruiter) interrupting mid-presentation.</a:t>
            </a:r>
          </a:p>
          <a:p>
            <a:pPr algn="l" lvl="0"/>
            <a:r>
              <a:rPr lang="en-US" sz="1800">
                <a:solidFill>
                  <a:srgbClr val="CBD5E1"/>
                </a:solidFill>
              </a:rPr>
              <a:t>3. Telemetry Console: Real-time tempo tracking, slide reliance detection, and 7-dimension evaluation.</a:t>
            </a:r>
          </a:p>
        </p:txBody>
      </p:sp>
    </p:spTree>
  </p:cSld>
</p:sld>
</file>

<file path=ppt/slides/slide3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&amp; Content Box"/>
          <p:cNvSpPr/>
          <p:nvPr/>
        </p:nvSpPr>
        <p:spPr>
          <a:xfrm>
            <a:off x="914400" y="914400"/>
            <a:ext cx="10363200" cy="5029200"/>
          </a:xfrm>
          <a:prstGeom prst="rect">
            <a:avLst/>
          </a:prstGeom>
          <a:solidFill>
            <a:srgbClr val="1E293B"/>
          </a:solidFill>
        </p:spPr>
        <p:txBody>
          <a:bodyPr lIns="360000" tIns="360000" rIns="360000" bIns="360000"/>
          <a:lstStyle/>
          <a:p>
      <a:pPr algn="l"/>
      <a:r>
        <a:rPr lang="en-US" sz="2800" b="1">
          <a:solidFill><a:srgbClr val="F8FAFC"/></a:solidFill>
        </a:rPr>
        <a:t>Architecture & Impact</a:t>
      </a:r>
    </a:p>
    <a:p>
      <a:pPr algn="l" lvl="0"/>
      <a:r>
        <a:rPr lang="en-US" sz="1800">
          <a:solidFill><a:srgbClr val="CBD5E1"/></a:solidFill>
        </a:rPr>
        <a:t>• Tech Stack: Next.js, Groq Llama 3, Cartesia Neural TTS, Prisma, and TailwindCSS.</a:t>
      </a:r>
    </a:p>
    <a:p>
      <a:pPr algn="l" lvl="0"/>
      <a:r>
        <a:rPr lang="en-US" sz="1800">
          <a:solidFill><a:srgbClr val="CBD5E1"/></a:solidFill>
        </a:rPr>
        <a:t>• Grounded Analytics: Exact presenter quote citations, weakness identification, and tailored drills.</a:t>
      </a:r>
    </a:p>
    <a:p>
      <a:pPr algn="l" lvl="0"/>
      <a:r>
        <a:rPr lang="en-US" sz="1800">
          <a:solidFill><a:srgbClr val="CBD5E1"/></a:solidFill>
        </a:rPr>
        <a:t>• Result: Transforming how students, founders, and job candidates master high-stakes rooms.</a:t>
      </a:r>
    </a:p>
        </p:txBody>
      </p:sp>
    </p:spTree>
  </p:cSld>
</p:sld>
</file>