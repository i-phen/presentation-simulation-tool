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9167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SHARKPIT PITCH DECK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SharkPit — Active AI Presentation Defense Platform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1672" cy="4206240"/>
          </a:xfrm>
          <a:prstGeom prst="rect">
            <a:avLst>
              <a:gd name="adj" fmla="val 2174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5080" tIns="5080" rIns="5080" bIns="508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</a:rPr>
              <a:t>Core Realization:
</a:t>
            </a:r>
            <a:pPr indent="0" marL="0">
              <a:buNone/>
            </a:pPr>
            <a:r>
              <a:rPr lang="en-US" sz="1600" i="1" dirty="0">
                <a:solidFill>
                  <a:srgbClr val="F8FAFC"/>
                </a:solidFill>
              </a:rPr>
              <a:t>In the era of AI coding agents, building product is fast—defending under live pressure is the ultimate bottleneck.
</a:t>
            </a:r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• Active AI Examiner Panel: 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Interrupts presenters mid-slide with grounded curveball questions.
</a:t>
            </a:r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• Guided Coaching Room: 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Interactive teleprompter, depth controls, and Coach Rescue scripts.
</a:t>
            </a:r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• Telemetry &amp; Analytics: 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Detects slide reliance, WPM tempo, and generates 7-dimension reports.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9167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PRODUCT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SharkPit Sparring Works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3566160" cy="4206240"/>
          </a:xfrm>
          <a:prstGeom prst="rect">
            <a:avLst>
              <a:gd name="adj" fmla="val 2564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3810" tIns="3810" rIns="3810" bIns="381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</a:rPr>
              <a:t>1. Coaching Room
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2E8F0"/>
                </a:solidFill>
              </a:rPr>
              <a:t>Master delivery with real-time teleprompter, talking points, explanation depth controls, and one-click Coach Rescue model pitch scripts.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297680" y="1828800"/>
            <a:ext cx="3566160" cy="4206240"/>
          </a:xfrm>
          <a:prstGeom prst="rect">
            <a:avLst>
              <a:gd name="adj" fmla="val 2564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3810" tIns="3810" rIns="3810" bIns="381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</a:rPr>
              <a:t>2. Defense Room
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2E8F0"/>
                </a:solidFill>
              </a:rPr>
              <a:t>Face high-stakes AI examiner panels (VC Investor, Recruiter) that interrupt mid-slide to challenge your claims with curveballs.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0" y="1828800"/>
            <a:ext cx="3566160" cy="4206240"/>
          </a:xfrm>
          <a:prstGeom prst="rect">
            <a:avLst>
              <a:gd name="adj" fmla="val 2564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3810" tIns="3810" rIns="3810" bIns="381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</a:rPr>
              <a:t>3. Grounded Telemetry
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2E8F0"/>
                </a:solidFill>
              </a:rPr>
              <a:t>Get a 7-dimension evaluation report with exact presenter quote citations, weakness diagnosis, and tailored practice drills.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9167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TECH STACK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 &amp; Educational Value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1672" cy="4206240"/>
          </a:xfrm>
          <a:prstGeom prst="rect">
            <a:avLst>
              <a:gd name="adj" fmla="val 2174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5080" tIns="5080" rIns="5080" bIns="508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</a:rPr>
              <a:t>AI &amp; Full-Stack Technologies:
</a:t>
            </a:r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• LLM Engine: 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Groq Llama 3 (Ultra low latency streaming Q&amp;A)
</a:t>
            </a:r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• Voice &amp; Speech: 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Cartesia Neural TTS &amp; Web Speech API
</a:t>
            </a:r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• Framework: 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Next.js 15, React 19, TypeScript, TailwindCSS, Prisma
</a:t>
            </a:r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</a:rPr>
              <a:t>Educational &amp; Pitch Value:
</a:t>
            </a:r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Transforms passive presentation reading into active, high-stakes defense. Founders, students, and job seekers enter live rooms bulletproof.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2026-07-30T03:54:05Z</dcterms:created>
  <dcterms:modified xsi:type="dcterms:W3CDTF">2026-07-30T03:54:05Z</dcterms:modified>
</cp:coreProperties>
</file>